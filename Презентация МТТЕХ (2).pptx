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5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embeddedFontLst>
    <p:embeddedFont>
      <p:font typeface="Google Sans Medium"/>
      <p:regular r:id="rId15"/>
      <p:bold r:id="rId16"/>
      <p:italic r:id="rId17"/>
      <p:boldItalic r:id="rId18"/>
    </p:embeddedFont>
    <p:embeddedFont>
      <p:font typeface="Google Sans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GoogleSans-bold.fntdata"/><Relationship Id="rId11" Type="http://schemas.openxmlformats.org/officeDocument/2006/relationships/slide" Target="slides/slide6.xml"/><Relationship Id="rId22" Type="http://schemas.openxmlformats.org/officeDocument/2006/relationships/font" Target="fonts/GoogleSans-boldItalic.fntdata"/><Relationship Id="rId10" Type="http://schemas.openxmlformats.org/officeDocument/2006/relationships/slide" Target="slides/slide5.xml"/><Relationship Id="rId21" Type="http://schemas.openxmlformats.org/officeDocument/2006/relationships/font" Target="fonts/GoogleSans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GoogleSansMedium-regular.fntdata"/><Relationship Id="rId14" Type="http://schemas.openxmlformats.org/officeDocument/2006/relationships/slide" Target="slides/slide9.xml"/><Relationship Id="rId17" Type="http://schemas.openxmlformats.org/officeDocument/2006/relationships/font" Target="fonts/GoogleSansMedium-italic.fntdata"/><Relationship Id="rId16" Type="http://schemas.openxmlformats.org/officeDocument/2006/relationships/font" Target="fonts/GoogleSansMedium-bold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GoogleSans-regular.fntdata"/><Relationship Id="rId6" Type="http://schemas.openxmlformats.org/officeDocument/2006/relationships/slide" Target="slides/slide1.xml"/><Relationship Id="rId18" Type="http://schemas.openxmlformats.org/officeDocument/2006/relationships/font" Target="fonts/GoogleSansMedium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g3fb4e222cb9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" name="Google Shape;19;g3fb4e222cb9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h4702c4d7d8d8a82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" name="Google Shape;26;h4702c4d7d8d8a82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" name="Google Shape;3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3fb4e222cb9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" name="Google Shape;48;g3fb4e222cb9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fb4e222cb9_7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fb4e222cb9_7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fb4e222cb9_7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fb4e222cb9_7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fb4e222cb9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fb4e222cb9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fb4e222cb9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fb4e222cb9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fb4e222cb9_0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fb4e222cb9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oogle Shape;7;p2" title="190х3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69804" y="4501576"/>
            <a:ext cx="1920496" cy="289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1">
  <p:cSld name="CUSTOM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3" title="190х32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69804" y="4501576"/>
            <a:ext cx="1920496" cy="289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1 1">
  <p:cSld name="CUSTOM_2">
    <p:bg>
      <p:bgPr>
        <a:solidFill>
          <a:srgbClr val="3F6FD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11;p4" title="190х32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69804" y="4501576"/>
            <a:ext cx="1920496" cy="289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1 1 1">
  <p:cSld name="CUSTOM_2_1">
    <p:bg>
      <p:bgPr>
        <a:solidFill>
          <a:srgbClr val="3F6FD1"/>
        </a:solidFill>
      </p:bgPr>
    </p:bg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2">
  <p:cSld name="CUSTOM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oogle Shape;14;p6" title="190х3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69804" y="4501576"/>
            <a:ext cx="1920496" cy="289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">
  <p:cSld name="CUSTOM_3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>
  <p:cSld name="TITLE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1A1230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oogle Shape;21;p9" title="190х3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94150" y="453400"/>
            <a:ext cx="2452075" cy="369475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9"/>
          <p:cNvSpPr txBox="1"/>
          <p:nvPr/>
        </p:nvSpPr>
        <p:spPr>
          <a:xfrm>
            <a:off x="872699" y="3631125"/>
            <a:ext cx="5077800" cy="7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200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Название команды</a:t>
            </a:r>
            <a:endParaRPr sz="4200">
              <a:solidFill>
                <a:srgbClr val="FFFFFF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pic>
        <p:nvPicPr>
          <p:cNvPr id="23" name="Google Shape;23;p9" title="Снимок экрана 2026-09-26 в 14.15.25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2718" y="1066610"/>
            <a:ext cx="7796072" cy="25034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0"/>
          <p:cNvSpPr txBox="1"/>
          <p:nvPr/>
        </p:nvSpPr>
        <p:spPr>
          <a:xfrm>
            <a:off x="381000" y="381000"/>
            <a:ext cx="8409300" cy="7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200">
                <a:solidFill>
                  <a:schemeClr val="lt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Заголовок</a:t>
            </a:r>
            <a:endParaRPr sz="4200">
              <a:solidFill>
                <a:schemeClr val="lt1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sp>
        <p:nvSpPr>
          <p:cNvPr id="29" name="Google Shape;29;p10"/>
          <p:cNvSpPr txBox="1"/>
          <p:nvPr/>
        </p:nvSpPr>
        <p:spPr>
          <a:xfrm>
            <a:off x="381000" y="1447800"/>
            <a:ext cx="55881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lt2"/>
                </a:solidFill>
                <a:latin typeface="Google Sans"/>
                <a:ea typeface="Google Sans"/>
                <a:cs typeface="Google Sans"/>
                <a:sym typeface="Google Sans"/>
              </a:rPr>
              <a:t>Описание саблайн и body текст</a:t>
            </a:r>
            <a:endParaRPr sz="2400">
              <a:solidFill>
                <a:schemeClr val="lt2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0" name="Google Shape;30;p10"/>
          <p:cNvSpPr/>
          <p:nvPr/>
        </p:nvSpPr>
        <p:spPr>
          <a:xfrm>
            <a:off x="536225" y="2805200"/>
            <a:ext cx="5914200" cy="2004900"/>
          </a:xfrm>
          <a:prstGeom prst="rect">
            <a:avLst/>
          </a:prstGeom>
          <a:solidFill>
            <a:srgbClr val="3F6FD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10"/>
          <p:cNvSpPr txBox="1"/>
          <p:nvPr/>
        </p:nvSpPr>
        <p:spPr>
          <a:xfrm>
            <a:off x="752050" y="3048300"/>
            <a:ext cx="3349200" cy="35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2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Заголовок карточки</a:t>
            </a:r>
            <a:endParaRPr>
              <a:solidFill>
                <a:schemeClr val="lt2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sp>
        <p:nvSpPr>
          <p:cNvPr id="32" name="Google Shape;32;p10"/>
          <p:cNvSpPr txBox="1"/>
          <p:nvPr/>
        </p:nvSpPr>
        <p:spPr>
          <a:xfrm>
            <a:off x="752050" y="3505500"/>
            <a:ext cx="3349200" cy="35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9FC5E8"/>
                </a:solidFill>
                <a:latin typeface="Google Sans"/>
                <a:ea typeface="Google Sans"/>
                <a:cs typeface="Google Sans"/>
                <a:sym typeface="Google Sans"/>
              </a:rPr>
              <a:t>Описание саблайн и body текст</a:t>
            </a:r>
            <a:endParaRPr>
              <a:solidFill>
                <a:srgbClr val="9FC5E8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3" name="Google Shape;33;p10"/>
          <p:cNvSpPr/>
          <p:nvPr/>
        </p:nvSpPr>
        <p:spPr>
          <a:xfrm>
            <a:off x="6450422" y="2397200"/>
            <a:ext cx="429600" cy="408000"/>
          </a:xfrm>
          <a:prstGeom prst="rect">
            <a:avLst/>
          </a:prstGeom>
          <a:solidFill>
            <a:srgbClr val="3F6FD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10"/>
          <p:cNvSpPr/>
          <p:nvPr/>
        </p:nvSpPr>
        <p:spPr>
          <a:xfrm>
            <a:off x="6880027" y="2805200"/>
            <a:ext cx="689700" cy="655200"/>
          </a:xfrm>
          <a:prstGeom prst="rect">
            <a:avLst/>
          </a:prstGeom>
          <a:solidFill>
            <a:srgbClr val="3F6FD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1"/>
          <p:cNvSpPr txBox="1"/>
          <p:nvPr/>
        </p:nvSpPr>
        <p:spPr>
          <a:xfrm>
            <a:off x="381000" y="381000"/>
            <a:ext cx="8409300" cy="7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200">
                <a:solidFill>
                  <a:schemeClr val="lt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Заголовок</a:t>
            </a:r>
            <a:endParaRPr sz="4200">
              <a:solidFill>
                <a:schemeClr val="lt1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sp>
        <p:nvSpPr>
          <p:cNvPr id="40" name="Google Shape;40;p11"/>
          <p:cNvSpPr txBox="1"/>
          <p:nvPr/>
        </p:nvSpPr>
        <p:spPr>
          <a:xfrm>
            <a:off x="381000" y="1447800"/>
            <a:ext cx="55881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lt2"/>
                </a:solidFill>
                <a:latin typeface="Google Sans"/>
                <a:ea typeface="Google Sans"/>
                <a:cs typeface="Google Sans"/>
                <a:sym typeface="Google Sans"/>
              </a:rPr>
              <a:t>Описание саблайн и body текст</a:t>
            </a:r>
            <a:endParaRPr sz="2400">
              <a:solidFill>
                <a:schemeClr val="lt2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41" name="Google Shape;41;p11"/>
          <p:cNvSpPr/>
          <p:nvPr/>
        </p:nvSpPr>
        <p:spPr>
          <a:xfrm>
            <a:off x="536225" y="2805200"/>
            <a:ext cx="5914200" cy="2004900"/>
          </a:xfrm>
          <a:prstGeom prst="rect">
            <a:avLst/>
          </a:prstGeom>
          <a:solidFill>
            <a:srgbClr val="3F6FD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11"/>
          <p:cNvSpPr txBox="1"/>
          <p:nvPr/>
        </p:nvSpPr>
        <p:spPr>
          <a:xfrm>
            <a:off x="752050" y="3048300"/>
            <a:ext cx="3349200" cy="35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2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Заголовок карточки</a:t>
            </a:r>
            <a:endParaRPr>
              <a:solidFill>
                <a:schemeClr val="lt2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sp>
        <p:nvSpPr>
          <p:cNvPr id="43" name="Google Shape;43;p11"/>
          <p:cNvSpPr txBox="1"/>
          <p:nvPr/>
        </p:nvSpPr>
        <p:spPr>
          <a:xfrm>
            <a:off x="752050" y="3505500"/>
            <a:ext cx="3349200" cy="35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9FC5E8"/>
                </a:solidFill>
                <a:latin typeface="Google Sans"/>
                <a:ea typeface="Google Sans"/>
                <a:cs typeface="Google Sans"/>
                <a:sym typeface="Google Sans"/>
              </a:rPr>
              <a:t>Описание саблайн и body текст</a:t>
            </a:r>
            <a:endParaRPr>
              <a:solidFill>
                <a:srgbClr val="9FC5E8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44" name="Google Shape;44;p11"/>
          <p:cNvSpPr/>
          <p:nvPr/>
        </p:nvSpPr>
        <p:spPr>
          <a:xfrm>
            <a:off x="6450422" y="2397200"/>
            <a:ext cx="429600" cy="408000"/>
          </a:xfrm>
          <a:prstGeom prst="rect">
            <a:avLst/>
          </a:prstGeom>
          <a:solidFill>
            <a:srgbClr val="3F6FD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11"/>
          <p:cNvSpPr/>
          <p:nvPr/>
        </p:nvSpPr>
        <p:spPr>
          <a:xfrm>
            <a:off x="6880027" y="2805200"/>
            <a:ext cx="689700" cy="655200"/>
          </a:xfrm>
          <a:prstGeom prst="rect">
            <a:avLst/>
          </a:prstGeom>
          <a:solidFill>
            <a:srgbClr val="3F6FD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2"/>
          <p:cNvSpPr txBox="1"/>
          <p:nvPr/>
        </p:nvSpPr>
        <p:spPr>
          <a:xfrm>
            <a:off x="381000" y="381000"/>
            <a:ext cx="8409300" cy="7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200">
                <a:solidFill>
                  <a:schemeClr val="lt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Заголовок</a:t>
            </a:r>
            <a:endParaRPr sz="4200">
              <a:solidFill>
                <a:schemeClr val="lt1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sp>
        <p:nvSpPr>
          <p:cNvPr id="51" name="Google Shape;51;p12"/>
          <p:cNvSpPr/>
          <p:nvPr/>
        </p:nvSpPr>
        <p:spPr>
          <a:xfrm>
            <a:off x="8360697" y="324000"/>
            <a:ext cx="429600" cy="408000"/>
          </a:xfrm>
          <a:prstGeom prst="rect">
            <a:avLst/>
          </a:prstGeom>
          <a:solidFill>
            <a:srgbClr val="3F6FD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12"/>
          <p:cNvSpPr/>
          <p:nvPr/>
        </p:nvSpPr>
        <p:spPr>
          <a:xfrm>
            <a:off x="7260730" y="732000"/>
            <a:ext cx="1100100" cy="408000"/>
          </a:xfrm>
          <a:prstGeom prst="rect">
            <a:avLst/>
          </a:prstGeom>
          <a:solidFill>
            <a:srgbClr val="3F6FD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12"/>
          <p:cNvSpPr txBox="1"/>
          <p:nvPr/>
        </p:nvSpPr>
        <p:spPr>
          <a:xfrm>
            <a:off x="381000" y="1694775"/>
            <a:ext cx="3349200" cy="35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2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Заголовок карточки</a:t>
            </a:r>
            <a:endParaRPr>
              <a:solidFill>
                <a:schemeClr val="lt2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sp>
        <p:nvSpPr>
          <p:cNvPr id="54" name="Google Shape;54;p12"/>
          <p:cNvSpPr txBox="1"/>
          <p:nvPr/>
        </p:nvSpPr>
        <p:spPr>
          <a:xfrm>
            <a:off x="381000" y="2151975"/>
            <a:ext cx="3349200" cy="35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9FC5E8"/>
                </a:solidFill>
                <a:latin typeface="Google Sans"/>
                <a:ea typeface="Google Sans"/>
                <a:cs typeface="Google Sans"/>
                <a:sym typeface="Google Sans"/>
              </a:rPr>
              <a:t>Описание саблайн и body текст</a:t>
            </a:r>
            <a:endParaRPr>
              <a:solidFill>
                <a:srgbClr val="9FC5E8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55" name="Google Shape;55;p12"/>
          <p:cNvSpPr txBox="1"/>
          <p:nvPr/>
        </p:nvSpPr>
        <p:spPr>
          <a:xfrm>
            <a:off x="381000" y="3225800"/>
            <a:ext cx="3349200" cy="35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2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Заголовок карточки</a:t>
            </a:r>
            <a:endParaRPr>
              <a:solidFill>
                <a:schemeClr val="lt2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sp>
        <p:nvSpPr>
          <p:cNvPr id="56" name="Google Shape;56;p12"/>
          <p:cNvSpPr txBox="1"/>
          <p:nvPr/>
        </p:nvSpPr>
        <p:spPr>
          <a:xfrm>
            <a:off x="381000" y="3683000"/>
            <a:ext cx="3349200" cy="35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9FC5E8"/>
                </a:solidFill>
                <a:latin typeface="Google Sans"/>
                <a:ea typeface="Google Sans"/>
                <a:cs typeface="Google Sans"/>
                <a:sym typeface="Google Sans"/>
              </a:rPr>
              <a:t>Описание саблайн и body текст</a:t>
            </a:r>
            <a:endParaRPr>
              <a:solidFill>
                <a:srgbClr val="9FC5E8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3"/>
          <p:cNvSpPr/>
          <p:nvPr/>
        </p:nvSpPr>
        <p:spPr>
          <a:xfrm>
            <a:off x="276750" y="3855775"/>
            <a:ext cx="8590500" cy="953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13"/>
          <p:cNvSpPr txBox="1"/>
          <p:nvPr/>
        </p:nvSpPr>
        <p:spPr>
          <a:xfrm>
            <a:off x="381000" y="3996866"/>
            <a:ext cx="84093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0">
                <a:solidFill>
                  <a:srgbClr val="1A1230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Разделитель (тема)</a:t>
            </a:r>
            <a:endParaRPr sz="5000">
              <a:solidFill>
                <a:srgbClr val="1A1230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4"/>
          <p:cNvSpPr/>
          <p:nvPr/>
        </p:nvSpPr>
        <p:spPr>
          <a:xfrm>
            <a:off x="276750" y="3855775"/>
            <a:ext cx="8590500" cy="953100"/>
          </a:xfrm>
          <a:prstGeom prst="rect">
            <a:avLst/>
          </a:prstGeom>
          <a:solidFill>
            <a:srgbClr val="3F6FD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14"/>
          <p:cNvSpPr txBox="1"/>
          <p:nvPr/>
        </p:nvSpPr>
        <p:spPr>
          <a:xfrm>
            <a:off x="381000" y="3996866"/>
            <a:ext cx="84093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0">
                <a:solidFill>
                  <a:schemeClr val="lt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Разделитель (тема)</a:t>
            </a:r>
            <a:endParaRPr sz="5000">
              <a:solidFill>
                <a:schemeClr val="lt1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sp>
        <p:nvSpPr>
          <p:cNvPr id="69" name="Google Shape;69;p14"/>
          <p:cNvSpPr/>
          <p:nvPr/>
        </p:nvSpPr>
        <p:spPr>
          <a:xfrm>
            <a:off x="8360697" y="324000"/>
            <a:ext cx="429600" cy="408000"/>
          </a:xfrm>
          <a:prstGeom prst="rect">
            <a:avLst/>
          </a:prstGeom>
          <a:solidFill>
            <a:srgbClr val="3F6FD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/>
          <p:nvPr/>
        </p:nvSpPr>
        <p:spPr>
          <a:xfrm>
            <a:off x="276750" y="323786"/>
            <a:ext cx="8590500" cy="762000"/>
          </a:xfrm>
          <a:prstGeom prst="rect">
            <a:avLst/>
          </a:prstGeom>
          <a:solidFill>
            <a:srgbClr val="3F6FD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15"/>
          <p:cNvSpPr txBox="1"/>
          <p:nvPr/>
        </p:nvSpPr>
        <p:spPr>
          <a:xfrm>
            <a:off x="381000" y="1447800"/>
            <a:ext cx="55881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lt2"/>
                </a:solidFill>
                <a:latin typeface="Google Sans"/>
                <a:ea typeface="Google Sans"/>
                <a:cs typeface="Google Sans"/>
                <a:sym typeface="Google Sans"/>
              </a:rPr>
              <a:t>Описание саблайн и body текст</a:t>
            </a:r>
            <a:endParaRPr sz="2400">
              <a:solidFill>
                <a:schemeClr val="lt2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76" name="Google Shape;76;p15"/>
          <p:cNvSpPr txBox="1"/>
          <p:nvPr/>
        </p:nvSpPr>
        <p:spPr>
          <a:xfrm>
            <a:off x="381000" y="381000"/>
            <a:ext cx="8409300" cy="7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200">
                <a:solidFill>
                  <a:schemeClr val="lt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Заголовок</a:t>
            </a:r>
            <a:endParaRPr sz="4200">
              <a:solidFill>
                <a:schemeClr val="lt1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 txBox="1"/>
          <p:nvPr/>
        </p:nvSpPr>
        <p:spPr>
          <a:xfrm>
            <a:off x="381000" y="381000"/>
            <a:ext cx="4826100" cy="7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200">
                <a:solidFill>
                  <a:schemeClr val="lt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Заголовок</a:t>
            </a:r>
            <a:endParaRPr sz="4200">
              <a:solidFill>
                <a:schemeClr val="lt1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sp>
        <p:nvSpPr>
          <p:cNvPr id="82" name="Google Shape;82;p16"/>
          <p:cNvSpPr txBox="1"/>
          <p:nvPr/>
        </p:nvSpPr>
        <p:spPr>
          <a:xfrm>
            <a:off x="381000" y="1447800"/>
            <a:ext cx="48261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lt2"/>
                </a:solidFill>
                <a:latin typeface="Google Sans"/>
                <a:ea typeface="Google Sans"/>
                <a:cs typeface="Google Sans"/>
                <a:sym typeface="Google Sans"/>
              </a:rPr>
              <a:t>Описание саблайн и body текст</a:t>
            </a:r>
            <a:endParaRPr sz="2400">
              <a:solidFill>
                <a:schemeClr val="lt2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83" name="Google Shape;83;p16"/>
          <p:cNvSpPr/>
          <p:nvPr/>
        </p:nvSpPr>
        <p:spPr>
          <a:xfrm>
            <a:off x="5760350" y="0"/>
            <a:ext cx="3383400" cy="5143500"/>
          </a:xfrm>
          <a:prstGeom prst="rect">
            <a:avLst/>
          </a:prstGeom>
          <a:solidFill>
            <a:srgbClr val="3F6FD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6"/>
          <p:cNvSpPr/>
          <p:nvPr/>
        </p:nvSpPr>
        <p:spPr>
          <a:xfrm>
            <a:off x="5333672" y="4012700"/>
            <a:ext cx="429600" cy="408000"/>
          </a:xfrm>
          <a:prstGeom prst="rect">
            <a:avLst/>
          </a:prstGeom>
          <a:solidFill>
            <a:srgbClr val="3F6FD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16"/>
          <p:cNvSpPr/>
          <p:nvPr/>
        </p:nvSpPr>
        <p:spPr>
          <a:xfrm>
            <a:off x="4904072" y="3604700"/>
            <a:ext cx="429600" cy="408000"/>
          </a:xfrm>
          <a:prstGeom prst="rect">
            <a:avLst/>
          </a:prstGeom>
          <a:solidFill>
            <a:srgbClr val="3F6FD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6"/>
          <p:cNvSpPr/>
          <p:nvPr/>
        </p:nvSpPr>
        <p:spPr>
          <a:xfrm>
            <a:off x="4474472" y="4012700"/>
            <a:ext cx="429600" cy="408000"/>
          </a:xfrm>
          <a:prstGeom prst="rect">
            <a:avLst/>
          </a:prstGeom>
          <a:solidFill>
            <a:srgbClr val="3F6FD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6"/>
          <p:cNvSpPr txBox="1"/>
          <p:nvPr/>
        </p:nvSpPr>
        <p:spPr>
          <a:xfrm>
            <a:off x="7059975" y="2272525"/>
            <a:ext cx="915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</a:rPr>
              <a:t>Фото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7"/>
          <p:cNvSpPr txBox="1"/>
          <p:nvPr/>
        </p:nvSpPr>
        <p:spPr>
          <a:xfrm>
            <a:off x="381000" y="381000"/>
            <a:ext cx="8409300" cy="7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200">
                <a:solidFill>
                  <a:schemeClr val="lt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Заголовок</a:t>
            </a:r>
            <a:endParaRPr sz="4200">
              <a:solidFill>
                <a:schemeClr val="lt1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sp>
        <p:nvSpPr>
          <p:cNvPr id="93" name="Google Shape;93;p17"/>
          <p:cNvSpPr/>
          <p:nvPr/>
        </p:nvSpPr>
        <p:spPr>
          <a:xfrm>
            <a:off x="5964350" y="222300"/>
            <a:ext cx="2975400" cy="3996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7"/>
          <p:cNvSpPr txBox="1"/>
          <p:nvPr/>
        </p:nvSpPr>
        <p:spPr>
          <a:xfrm>
            <a:off x="381000" y="1447800"/>
            <a:ext cx="48261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lt2"/>
                </a:solidFill>
                <a:latin typeface="Google Sans"/>
                <a:ea typeface="Google Sans"/>
                <a:cs typeface="Google Sans"/>
                <a:sym typeface="Google Sans"/>
              </a:rPr>
              <a:t>Описание саблайн и body текст</a:t>
            </a:r>
            <a:endParaRPr sz="2400">
              <a:solidFill>
                <a:schemeClr val="lt2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95" name="Google Shape;95;p17"/>
          <p:cNvSpPr/>
          <p:nvPr/>
        </p:nvSpPr>
        <p:spPr>
          <a:xfrm>
            <a:off x="5534750" y="4218300"/>
            <a:ext cx="429600" cy="40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17"/>
          <p:cNvSpPr/>
          <p:nvPr/>
        </p:nvSpPr>
        <p:spPr>
          <a:xfrm>
            <a:off x="5105150" y="3810300"/>
            <a:ext cx="429600" cy="40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